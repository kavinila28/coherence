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Bitter"/>
      <p:regular r:id="rId201314"/>
    </p:embeddedFont>
    <p:embeddedFont>
      <p:font typeface="Bitter Medium"/>
      <p:regular r:id="rId201315"/>
    </p:embeddedFont>
    <p:embeddedFont>
      <p:font typeface="Bitter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Coherence in Natural Language Processing (NLP)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Seminar Presentation — Artificial Intelligence and Machine Learning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Name: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[Your Name]  · 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Department / College: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[Your College Name]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65126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is Coherence?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932087"/>
            <a:ext cx="472276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Coherence: the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logical connection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meaningful flow of ideas across text.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how sentences and paragraphs relate to each other to form one unified message.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Helps NLP systems infer document-level meaning and maintain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55156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Visual: Sentence 1 → Sentence 2 → Sentence 3 → Overall Meaning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6320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Coherent vs Non-Coherent Text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25119" y="112328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78287" y="11498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5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385816" y="1171947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Coherent Example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85816" y="1478459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“Ravi went to the library. He borrowed a book on AI. He read the book in the evening.”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85816" y="2017142"/>
            <a:ext cx="4262065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Logical connection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between sentences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Clear topic continuity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25119" y="280384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78287" y="283041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5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385816" y="2852514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Non-Coherent Example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85816" y="3159026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“Ravi went to the library. The weather is hot. Python is a programming language.”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5816" y="3697709"/>
            <a:ext cx="4262065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Lacks topical links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and flow are broken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25119" y="436036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D2600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Key cues: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logical connection · context · topic continuity · meaningful flow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149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Coherence Works in NLP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67937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factors that maintain coherence: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25129"/>
            <a:ext cx="3053135" cy="1717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99892" y="2205038"/>
            <a:ext cx="4752677" cy="183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Topic continuity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maintain subject across sentences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Context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local and document-level background information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Sentence relationships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causal, temporal, contrastive links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Coreference / pronoun resolution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who/what each mention refers to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Discourse structure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rhetorical roles (e.g., explanation, contrast)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Semantic relationships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entailment, paraphrase, similarity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451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Coherence Models &amp; Techniques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42393"/>
            <a:ext cx="419100" cy="2589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642393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Entity-based Models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170361"/>
            <a:ext cx="13087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entities and their roles across sentences to preserve continuity.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642393"/>
            <a:ext cx="419100" cy="2589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1642393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Discourse-based Models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170361"/>
            <a:ext cx="13087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sentence-to-sentence relations (e.g., cause, elaboration).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642393"/>
            <a:ext cx="419100" cy="2589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1642393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Semantic Similarity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170361"/>
            <a:ext cx="130879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 meaning overlap to detect topical alignment and coherence breaks.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642393"/>
            <a:ext cx="419100" cy="2589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1642393"/>
            <a:ext cx="130879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Neural Language Models (LLMs)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391817"/>
            <a:ext cx="130879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contextual embeddings and attention (e.g., Transformers) to maintain coherence during generation.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391217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 trend: combine symbolic cues (entities, discourse) with deep contextual models for best results.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148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Applications &amp; Challenges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52020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Applications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83420"/>
            <a:ext cx="3902943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summarization — produce concise, coherent summaries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translation — preserve discourse and anaphora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Chatbots &amp; dialogue systems — maintain context over turns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generation — consistent multi-sentence outputs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answering &amp; document analysis — link evidence coherently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52020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883420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Maintaining long-term context across long documents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Ambiguous references and unresolved pronouns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Unexpected topic shifts or digressions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Implicit relationships not stated explicitly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Generating factually consistent and stable information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410520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D2600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Design note: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Practical systems blend memory, entity tracking, and attention-based context windows to mitigate these issues.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13532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680493"/>
            <a:ext cx="472276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Coherence ensures text has a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logical, meaningful flow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sentences and paragraphs.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enables NLP systems to relate ideas, resolve references, and produce reliable multi-sentence outputs.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Combining entity/discourse analysis with contextual neural models (Transformers/LLMs) improves coherence.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challenges remain around long-term context, ambiguity, and consistency.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96519" y="380315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2026-08-11T08:50:07Z</dcterms:created>
  <dcterms:modified xsi:type="dcterms:W3CDTF">2026-08-11T08:50:07Z</dcterms:modified>
</cp:coreProperties>
</file>